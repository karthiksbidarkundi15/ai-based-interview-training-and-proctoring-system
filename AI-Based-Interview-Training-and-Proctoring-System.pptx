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Roboto Mono Medium"/>
      <p:regular r:id="rId17"/>
    </p:embeddedFont>
    <p:embeddedFont>
      <p:font typeface="Roboto Mono Medium"/>
      <p:regular r:id="rId18"/>
    </p:embeddedFont>
    <p:embeddedFont>
      <p:font typeface="Roboto Mono Medium"/>
      <p:regular r:id="rId19"/>
    </p:embeddedFont>
    <p:embeddedFont>
      <p:font typeface="Roboto Mono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0009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AI-Based Interview Training &amp; Proctoring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Preparation Platform with Real Interview Simulation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993" y="823079"/>
            <a:ext cx="7575471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The Problem Students Face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6993" y="1724144"/>
            <a:ext cx="7730014" cy="1438394"/>
          </a:xfrm>
          <a:prstGeom prst="roundRect">
            <a:avLst>
              <a:gd name="adj" fmla="val 2107"/>
            </a:avLst>
          </a:prstGeom>
          <a:solidFill>
            <a:srgbClr val="404040"/>
          </a:solidFill>
          <a:ln/>
        </p:spPr>
      </p:sp>
      <p:sp>
        <p:nvSpPr>
          <p:cNvPr id="5" name="Text 2"/>
          <p:cNvSpPr/>
          <p:nvPr/>
        </p:nvSpPr>
        <p:spPr>
          <a:xfrm>
            <a:off x="908923" y="1926074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No Real Practice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08923" y="2349579"/>
            <a:ext cx="732615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 lack access to realistic interview simulations before facing actual recruiters.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06993" y="3342442"/>
            <a:ext cx="7730014" cy="1132880"/>
          </a:xfrm>
          <a:prstGeom prst="roundRect">
            <a:avLst>
              <a:gd name="adj" fmla="val 2675"/>
            </a:avLst>
          </a:prstGeom>
          <a:solidFill>
            <a:srgbClr val="404040"/>
          </a:solidFill>
          <a:ln/>
        </p:spPr>
      </p:sp>
      <p:sp>
        <p:nvSpPr>
          <p:cNvPr id="8" name="Text 5"/>
          <p:cNvSpPr/>
          <p:nvPr/>
        </p:nvSpPr>
        <p:spPr>
          <a:xfrm>
            <a:off x="908923" y="354437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Zero Feedback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08923" y="3967877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performance insights, improvement is guesswork — not strategy.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06993" y="4655225"/>
            <a:ext cx="7730014" cy="1132880"/>
          </a:xfrm>
          <a:prstGeom prst="roundRect">
            <a:avLst>
              <a:gd name="adj" fmla="val 2675"/>
            </a:avLst>
          </a:prstGeom>
          <a:solidFill>
            <a:srgbClr val="404040"/>
          </a:solidFill>
          <a:ln/>
        </p:spPr>
      </p:sp>
      <p:sp>
        <p:nvSpPr>
          <p:cNvPr id="11" name="Text 8"/>
          <p:cNvSpPr/>
          <p:nvPr/>
        </p:nvSpPr>
        <p:spPr>
          <a:xfrm>
            <a:off x="908923" y="485715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Low Confidence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08923" y="5280660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Unprepared candidates freeze under pressure, losing opportunities they deserve.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06993" y="5968008"/>
            <a:ext cx="7730014" cy="1438394"/>
          </a:xfrm>
          <a:prstGeom prst="roundRect">
            <a:avLst>
              <a:gd name="adj" fmla="val 2107"/>
            </a:avLst>
          </a:prstGeom>
          <a:solidFill>
            <a:srgbClr val="404040"/>
          </a:solidFill>
          <a:ln/>
        </p:spPr>
      </p:sp>
      <p:sp>
        <p:nvSpPr>
          <p:cNvPr id="14" name="Text 11"/>
          <p:cNvSpPr/>
          <p:nvPr/>
        </p:nvSpPr>
        <p:spPr>
          <a:xfrm>
            <a:off x="908923" y="616993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Cheating Risk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08923" y="6593443"/>
            <a:ext cx="732615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interviews lack integrity controls, undermining fairness for honest candidates.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4232" y="444460"/>
            <a:ext cx="3544133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Our Solution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424232" y="1064657"/>
            <a:ext cx="9781937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end-to-end AI-powered platform that trains, tests, and evaluates candidates — just like a real recruiter would.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232" y="1448276"/>
            <a:ext cx="6237208" cy="623720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67919" y="2948166"/>
            <a:ext cx="212646" cy="21264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475470" y="2943820"/>
            <a:ext cx="24453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Resume-Based Interviews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9475470" y="3253859"/>
            <a:ext cx="2738199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 dynamically generated from the candidate's own resume.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67919" y="3803987"/>
            <a:ext cx="212646" cy="21264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475470" y="3799642"/>
            <a:ext cx="22326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Real-Time AI Feedback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9475470" y="4109680"/>
            <a:ext cx="2738199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 analysis of answers, confidence, and communication.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67919" y="4659809"/>
            <a:ext cx="212646" cy="21264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475470" y="4655463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 Proctoring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9475470" y="4965502"/>
            <a:ext cx="2738199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Anti-cheating system with face and eye tracking built in.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67919" y="5515630"/>
            <a:ext cx="212646" cy="21264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475470" y="5511284"/>
            <a:ext cx="18074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Emotion Detection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9475470" y="5821323"/>
            <a:ext cx="2738199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Monitors confidence and stress levels throughout the session.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19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Core Features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334339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Daily Training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561874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practice across Aptitude, Technical, and HR domains — every single day.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334339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071455"/>
            <a:ext cx="35710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Weekly Mock Interview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5618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Full-length simulated interviews to build stamina and real-world readiness.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334339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Resume Analyzer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5618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scans your resume and generates personalized interview questions.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104209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841325"/>
            <a:ext cx="3060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Multi-Round System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33174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Screening → Technical → HR — mirroring actual hiring pipelines.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5104209"/>
            <a:ext cx="453628" cy="4536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841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 Proctoring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33174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monitoring ensures integrity across every online session.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96039"/>
            <a:ext cx="5227558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Training Module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1758" y="1831300"/>
            <a:ext cx="4391382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Three Pillars of Preparation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731758" y="2374702"/>
            <a:ext cx="6328410" cy="1625918"/>
          </a:xfrm>
          <a:prstGeom prst="roundRect">
            <a:avLst>
              <a:gd name="adj" fmla="val 6749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898" y="2374702"/>
            <a:ext cx="91440" cy="1625918"/>
          </a:xfrm>
          <a:prstGeom prst="roundRect">
            <a:avLst>
              <a:gd name="adj" fmla="val 34302"/>
            </a:avLst>
          </a:prstGeom>
          <a:solidFill>
            <a:srgbClr val="DCFF50"/>
          </a:solidFill>
          <a:ln/>
        </p:spPr>
      </p:sp>
      <p:sp>
        <p:nvSpPr>
          <p:cNvPr id="6" name="Text 4"/>
          <p:cNvSpPr/>
          <p:nvPr/>
        </p:nvSpPr>
        <p:spPr>
          <a:xfrm>
            <a:off x="1032272" y="2606635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Aptitude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32272" y="3125986"/>
            <a:ext cx="5795962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Timed MCQ challenges with instant scoring and difficulty adaptation.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758" y="4193381"/>
            <a:ext cx="6328410" cy="1625918"/>
          </a:xfrm>
          <a:prstGeom prst="roundRect">
            <a:avLst>
              <a:gd name="adj" fmla="val 6749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8898" y="4193381"/>
            <a:ext cx="91440" cy="1625918"/>
          </a:xfrm>
          <a:prstGeom prst="roundRect">
            <a:avLst>
              <a:gd name="adj" fmla="val 34302"/>
            </a:avLst>
          </a:prstGeom>
          <a:solidFill>
            <a:srgbClr val="DCFF50"/>
          </a:solidFill>
          <a:ln/>
        </p:spPr>
      </p:sp>
      <p:sp>
        <p:nvSpPr>
          <p:cNvPr id="10" name="Text 8"/>
          <p:cNvSpPr/>
          <p:nvPr/>
        </p:nvSpPr>
        <p:spPr>
          <a:xfrm>
            <a:off x="1032272" y="4425315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Technical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032272" y="4944666"/>
            <a:ext cx="5795962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Concept-based questions with AI-generated feedback on accuracy and depth.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758" y="6012061"/>
            <a:ext cx="6328410" cy="1304568"/>
          </a:xfrm>
          <a:prstGeom prst="roundRect">
            <a:avLst>
              <a:gd name="adj" fmla="val 8411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898" y="6012061"/>
            <a:ext cx="91440" cy="1304568"/>
          </a:xfrm>
          <a:prstGeom prst="roundRect">
            <a:avLst>
              <a:gd name="adj" fmla="val 34302"/>
            </a:avLst>
          </a:prstGeom>
          <a:solidFill>
            <a:srgbClr val="DCF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032272" y="6243995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HR Practice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1032272" y="6763345"/>
            <a:ext cx="5795962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Speaking exercises evaluated for clarity, tone, and confidence.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27357" y="1638538"/>
            <a:ext cx="6629400" cy="5894903"/>
          </a:xfrm>
          <a:prstGeom prst="roundRect">
            <a:avLst>
              <a:gd name="adj" fmla="val 532"/>
            </a:avLst>
          </a:prstGeom>
          <a:solidFill>
            <a:srgbClr val="DCFF50"/>
          </a:solidFill>
          <a:ln/>
        </p:spPr>
      </p:sp>
      <p:sp>
        <p:nvSpPr>
          <p:cNvPr id="17" name="Text 15"/>
          <p:cNvSpPr/>
          <p:nvPr/>
        </p:nvSpPr>
        <p:spPr>
          <a:xfrm>
            <a:off x="7636431" y="1831300"/>
            <a:ext cx="3136702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Smart Progress Tools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7636431" y="2350651"/>
            <a:ext cx="6211253" cy="109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Daily Streak System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builds consistent habits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 Topic Detection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flags areas needing focus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Progress Tracking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visual growth over time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63047"/>
            <a:ext cx="43416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Interview System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23737" y="1371600"/>
            <a:ext cx="119828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structured 3-round pipeline that mirrors real hiring processes — with AI-powered personalization at every stage.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737" y="1766411"/>
            <a:ext cx="11982807" cy="52600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56525" y="5249762"/>
            <a:ext cx="2100448" cy="649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Round 1: Screening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356525" y="5991266"/>
            <a:ext cx="2100448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MCQ aptitude &amp; tech filter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53937" y="5493564"/>
            <a:ext cx="2100448" cy="32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Round 3: HR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253937" y="5910480"/>
            <a:ext cx="2100448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 interview with auto-eval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22542" y="2318007"/>
            <a:ext cx="2100448" cy="649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Round 2: Technical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322542" y="3059512"/>
            <a:ext cx="2100448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Resume-based Q&amp;A with AI follow-ups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23737" y="7176016"/>
            <a:ext cx="11982807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round auto-generates follow-up questions based on the candidate's resume and previous answers — creating a dynamic, personalized interview experience.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34010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 Proctoring System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449" y="814864"/>
            <a:ext cx="4989671" cy="82245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76442" y="3303746"/>
            <a:ext cx="195560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Monitoring Capabilities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676442" y="3544610"/>
            <a:ext cx="2559010" cy="740331"/>
          </a:xfrm>
          <a:prstGeom prst="roundRect">
            <a:avLst>
              <a:gd name="adj" fmla="val 2298"/>
            </a:avLst>
          </a:prstGeom>
          <a:solidFill>
            <a:srgbClr val="404040"/>
          </a:solidFill>
          <a:ln/>
        </p:spPr>
      </p:sp>
      <p:sp>
        <p:nvSpPr>
          <p:cNvPr id="6" name="Text 3"/>
          <p:cNvSpPr/>
          <p:nvPr/>
        </p:nvSpPr>
        <p:spPr>
          <a:xfrm>
            <a:off x="8789789" y="3657957"/>
            <a:ext cx="1621869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📷</a:t>
            </a:r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Always-On Camera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789789" y="3899416"/>
            <a:ext cx="233231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face detection throughout the session.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676442" y="4341614"/>
            <a:ext cx="2559010" cy="740331"/>
          </a:xfrm>
          <a:prstGeom prst="roundRect">
            <a:avLst>
              <a:gd name="adj" fmla="val 2298"/>
            </a:avLst>
          </a:prstGeom>
          <a:solidFill>
            <a:srgbClr val="404040"/>
          </a:solidFill>
          <a:ln/>
        </p:spPr>
      </p:sp>
      <p:sp>
        <p:nvSpPr>
          <p:cNvPr id="9" name="Text 6"/>
          <p:cNvSpPr/>
          <p:nvPr/>
        </p:nvSpPr>
        <p:spPr>
          <a:xfrm>
            <a:off x="8789789" y="4454962"/>
            <a:ext cx="141755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👁️</a:t>
            </a:r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Eye Tracking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789789" y="4696420"/>
            <a:ext cx="233231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Detects suspicious gaze patterns and off-screen activity.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676442" y="5138618"/>
            <a:ext cx="2559010" cy="740331"/>
          </a:xfrm>
          <a:prstGeom prst="roundRect">
            <a:avLst>
              <a:gd name="adj" fmla="val 2298"/>
            </a:avLst>
          </a:prstGeom>
          <a:solidFill>
            <a:srgbClr val="404040"/>
          </a:solidFill>
          <a:ln/>
        </p:spPr>
      </p:sp>
      <p:sp>
        <p:nvSpPr>
          <p:cNvPr id="12" name="Text 9"/>
          <p:cNvSpPr/>
          <p:nvPr/>
        </p:nvSpPr>
        <p:spPr>
          <a:xfrm>
            <a:off x="8789789" y="5251966"/>
            <a:ext cx="1962031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👥</a:t>
            </a:r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Multi-Face Detection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789789" y="5493425"/>
            <a:ext cx="233231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Flags presence of unauthorized individuals in frame.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676442" y="5942648"/>
            <a:ext cx="2559010" cy="600908"/>
          </a:xfrm>
          <a:prstGeom prst="roundRect">
            <a:avLst>
              <a:gd name="adj" fmla="val 2831"/>
            </a:avLst>
          </a:prstGeom>
          <a:solidFill>
            <a:srgbClr val="3D4D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789" y="6084332"/>
            <a:ext cx="141684" cy="1133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044821" y="6027658"/>
            <a:ext cx="2077283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Enforcement Rules: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3-warning system → Auto-termination on violation · Tab-switch detection active throughout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5151953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 &amp; Smart Analysis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574137"/>
            <a:ext cx="2710815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What the AI Delivers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4000500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every session, the system generates a comprehensive report covering: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543205" y="4649629"/>
            <a:ext cx="6015395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Skills Inventory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strengths identified from your resume and answers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Weakness Summary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specific gaps to address before real interviews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Improvement Plan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personalized study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434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Result Dashboard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967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session ends with a clear, multi-dimensional scorecard — so candidates know exactly where they stand.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32815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7.4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1455420" y="43599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Technical Score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85036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 of 10 — measures answer accuracy and depth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35893" y="332815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73%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5529620" y="4359950"/>
            <a:ext cx="35710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Selection Probability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35893" y="485036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AI-predicted likelihood of clearing a real interview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677995" y="332815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10339626" y="43599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Score Dimensions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77995" y="485036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Technical, Confidence, and Integrity scores combined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831324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3D4D00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175415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0906" y="6114812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Status: Selected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Final result combines all three dimensions into a single actionable outcome.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1581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Conclusion &amp; What's Next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573536"/>
            <a:ext cx="7556421" cy="4840129"/>
          </a:xfrm>
          <a:prstGeom prst="roundRect">
            <a:avLst>
              <a:gd name="adj" fmla="val 703"/>
            </a:avLst>
          </a:prstGeom>
          <a:solidFill>
            <a:srgbClr val="404040"/>
          </a:solidFill>
          <a:ln/>
        </p:spPr>
      </p:sp>
      <p:sp>
        <p:nvSpPr>
          <p:cNvPr id="5" name="Shape 2"/>
          <p:cNvSpPr/>
          <p:nvPr/>
        </p:nvSpPr>
        <p:spPr>
          <a:xfrm>
            <a:off x="6280190" y="2573536"/>
            <a:ext cx="7556421" cy="2641163"/>
          </a:xfrm>
          <a:prstGeom prst="roundRect">
            <a:avLst>
              <a:gd name="adj" fmla="val 1288"/>
            </a:avLst>
          </a:prstGeom>
          <a:solidFill>
            <a:srgbClr val="404040"/>
          </a:solidFill>
          <a:ln/>
        </p:spPr>
      </p:sp>
      <p:sp>
        <p:nvSpPr>
          <p:cNvPr id="6" name="Text 3"/>
          <p:cNvSpPr/>
          <p:nvPr/>
        </p:nvSpPr>
        <p:spPr>
          <a:xfrm>
            <a:off x="6507004" y="2800350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What We Built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07004" y="3298388"/>
            <a:ext cx="7102793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interview experience at scale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 and skill improvement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Fair, proctored evaluation system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Job-ready graduates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214699"/>
            <a:ext cx="7556421" cy="2198965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9" name="Shape 6"/>
          <p:cNvSpPr/>
          <p:nvPr/>
        </p:nvSpPr>
        <p:spPr>
          <a:xfrm>
            <a:off x="6280190" y="5214699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595959"/>
          </a:solidFill>
          <a:ln/>
        </p:spPr>
      </p:sp>
      <p:sp>
        <p:nvSpPr>
          <p:cNvPr id="10" name="Text 7"/>
          <p:cNvSpPr/>
          <p:nvPr/>
        </p:nvSpPr>
        <p:spPr>
          <a:xfrm>
            <a:off x="6507004" y="5441513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🚀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Future Scope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07004" y="5939552"/>
            <a:ext cx="7102793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Company-specific interview modes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Voice-based AI interviewer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app version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2026-04-10T09:14:31Z</dcterms:created>
  <dcterms:modified xsi:type="dcterms:W3CDTF">2026-04-10T09:14:31Z</dcterms:modified>
</cp:coreProperties>
</file>